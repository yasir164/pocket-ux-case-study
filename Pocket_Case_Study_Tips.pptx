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103120"/>
            <a:ext cx="109728" cy="1371600"/>
          </a:xfrm>
          <a:prstGeom prst="rect">
            <a:avLst/>
          </a:prstGeom>
          <a:solidFill>
            <a:srgbClr val="34C9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Case Study Tips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Finance &amp; Budgeting App — Empathize · Define · Ideate · Design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8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Yasir Afaque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64008" cy="54864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UX case study?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case study is not a gallery of your screens. It is the story of your thinking.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002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0200"/>
            <a:ext cx="64008" cy="256032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the user and what pain are they experiencing?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16002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600200"/>
            <a:ext cx="64008" cy="256032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3317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you research, ideate, and design a solution?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6002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600200"/>
            <a:ext cx="64008" cy="2560320"/>
          </a:xfrm>
          <a:prstGeom prst="rect">
            <a:avLst/>
          </a:prstGeom>
          <a:solidFill>
            <a:srgbClr val="B05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0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B0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3317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you make specific design choices?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6002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600200"/>
            <a:ext cx="64008" cy="256032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3317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build and what would you test or improve?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spend ~90 seconds on a case study. Make every section count.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64008" cy="54864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Clearly state who you designed for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case study must name real people with real problems — not generic 'users'.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1572768" cy="3200400"/>
          </a:xfrm>
          <a:prstGeom prst="roundRect">
            <a:avLst>
              <a:gd name="adj" fmla="val 3488"/>
            </a:avLst>
          </a:prstGeom>
          <a:solidFill>
            <a:srgbClr val="EBF2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572768"/>
            <a:ext cx="548640" cy="548640"/>
          </a:xfrm>
          <a:prstGeom prst="ellipse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Chen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· Software Engineer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138988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44368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earn well but have no idea where my money goes."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93392" y="1508760"/>
            <a:ext cx="1572768" cy="3200400"/>
          </a:xfrm>
          <a:prstGeom prst="roundRect">
            <a:avLst>
              <a:gd name="adj" fmla="val 3488"/>
            </a:avLst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05456" y="1572768"/>
            <a:ext cx="548640" cy="548640"/>
          </a:xfrm>
          <a:prstGeom prst="ellipse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6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84832" y="221284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Okafor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832" y="25603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· University Student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84832" y="2880360"/>
            <a:ext cx="138988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2944368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allowance runs out before the end of the month."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12464" y="1508760"/>
            <a:ext cx="1572768" cy="3200400"/>
          </a:xfrm>
          <a:prstGeom prst="roundRect">
            <a:avLst>
              <a:gd name="adj" fmla="val 3488"/>
            </a:avLst>
          </a:prstGeom>
          <a:solidFill>
            <a:srgbClr val="EBF2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24528" y="1572768"/>
            <a:ext cx="548640" cy="548640"/>
          </a:xfrm>
          <a:prstGeom prst="ellipse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03904" y="221284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Mitchell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03904" y="25603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· Freelance Designer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03904" y="2880360"/>
            <a:ext cx="138988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2944368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income changes monthly so I can't plan spending."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31536" y="1508760"/>
            <a:ext cx="1572768" cy="3200400"/>
          </a:xfrm>
          <a:prstGeom prst="roundRect">
            <a:avLst>
              <a:gd name="adj" fmla="val 3488"/>
            </a:avLst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1572768"/>
            <a:ext cx="548640" cy="548640"/>
          </a:xfrm>
          <a:prstGeom prst="ellipse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22976" y="221284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&amp; Priya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22976" y="25603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38/35 · Working Couple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22976" y="2880360"/>
            <a:ext cx="138988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22976" y="2944368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agree on big goals but argue about daily spending."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50608" y="1508760"/>
            <a:ext cx="1572768" cy="3200400"/>
          </a:xfrm>
          <a:prstGeom prst="roundRect">
            <a:avLst>
              <a:gd name="adj" fmla="val 3488"/>
            </a:avLst>
          </a:prstGeom>
          <a:solidFill>
            <a:srgbClr val="EBF2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1572768"/>
            <a:ext cx="548640" cy="548640"/>
          </a:xfrm>
          <a:prstGeom prst="ellipse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62672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42048" y="221284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Eleanor Brooks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42048" y="256032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· Retired Teacher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42048" y="2880360"/>
            <a:ext cx="138988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2944368"/>
            <a:ext cx="13898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my fixed pension to last through retirement."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64008" cy="54864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State the problem clearly and specifically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73152" cy="100584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problem statement: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across all income levels struggle to understand where their money goes, stay within budgets, and save toward goals — because existing tools are either too simplistic or too complex to maintain as a daily habit.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specificity matters — compare these: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0F0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— don't say this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"Users needed a budgeting app so I designed one."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tells a recruiter nothing about your research, your users, or your thinking process.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606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8F5EE"/>
          </a:solidFill>
          <a:ln w="12700">
            <a:solidFill>
              <a:srgbClr val="B0DD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— say this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063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"James, a 22-year-old student, told me 'my allowance always runs out in week 3.' He had no tool that worked with irregular, weekly money — every app assumed a salary."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shows research, empathy, and a real problem.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64008" cy="5486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Show your process, not just the final screens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design decision should trace back to a user insight. Explain the 'why' behind each choice.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E8F5EE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81912"/>
            <a:ext cx="420624" cy="42062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81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600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0391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Conducted 5 persona interviews + survey. Discovered variable income and accessibility were bigger gaps than expected.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50876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0FBF4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581912"/>
            <a:ext cx="420624" cy="42062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581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3048" y="1600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0391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Turned research into 5 personas with distinct needs. Identified core problem: no tool adapts to how different people earn money.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50876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E8F5EE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4496" y="1581912"/>
            <a:ext cx="420624" cy="42062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581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57416" y="1600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4496" y="20391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competitive audit across 5 tools. Found critical gaps: no student mode, shared budget paywalled, no accessibility focus.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0FBF4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73552"/>
            <a:ext cx="420624" cy="42062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2918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73075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Lo-fi → Lo-fi mockup → Hi-fi. Each stage tested one assumption: layout, then hierarchy, then colour and components.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320040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E8F5EE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0128" y="3273552"/>
            <a:ext cx="420624" cy="42062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3273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13048" y="32918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10128" y="373075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tested 5 participants. Found onboarding confusion at income mode step. Redesigned with example amounts.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63056" y="320040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0FBF4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54496" y="3273552"/>
            <a:ext cx="420624" cy="42062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3273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57416" y="32918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Design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54496" y="373075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Dashboard-first architecture. Income mode selector as core entry point. Smart alerts with suggested actions.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50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64008" cy="548640"/>
          </a:xfrm>
          <a:prstGeom prst="rect">
            <a:avLst/>
          </a:prstGeom>
          <a:solidFill>
            <a:srgbClr val="B05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Highlight what makes Pocket different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B0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competitive audit, state clearly what Pocket does that no competitor does.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08760"/>
            <a:ext cx="64008" cy="150876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6184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mode selector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app that adapts the entire experience based on how users actually receive money — Salary, Allowance, Freelance, or Pension.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508760"/>
            <a:ext cx="64008" cy="15087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184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contextual alerts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'you overspent' — Pocket suggests what to do next: 'At this rate you will exceed your food budget Friday. Adjust?'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00400"/>
            <a:ext cx="64008" cy="1508760"/>
          </a:xfrm>
          <a:prstGeom prst="rect">
            <a:avLst/>
          </a:prstGeom>
          <a:solidFill>
            <a:srgbClr val="B05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3101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budget — free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competitor locks couple/shared mode behind a paywall. Pocket includes it in the free tier. This alone differentiates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200400"/>
            <a:ext cx="64008" cy="150876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3101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Accessibility-first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7033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14px minimum body text, high contrast, large tap targets. Designed for Eleanor (62) and all users — not just power users.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C98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4C9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one-liner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0D2240"/>
          </a:solidFill>
          <a:ln w="12700">
            <a:solidFill>
              <a:srgbClr val="34C9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"Pocket — Designed a mobile app and responsive website that helps users across five distinct life stages track spending, manage budgets, and save toward personal goals. Led end-to-end UX from user research through hi-fi prototype in Figma."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statement for your case study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0D2240"/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"Pocket was designed for people who earn money but struggle to manage it — from university students on a weekly allowance, to young professionals who overspend without realising it, to freelancers whose income changes every month. The common thread across all five user groups I researched was this: existing budgeting tools either ask too much or tell you too little."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64008" cy="54864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do's and don'ts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E8F5EE"/>
          </a:solidFill>
          <a:ln w="12700">
            <a:solidFill>
              <a:srgbClr val="B0D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specific users and quote their words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lo-fi → hi-fi progression with explanation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what you learned from each research stage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you made each design decision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screen you redesigned and why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what you would test or improve next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FFF0F0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show final screens without context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'I designed this to be user-friendly' — show it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features without explaining the problem they solve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generic personas like 'busy professional, age 25-40'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research — even brief secondary research is better than none</a:t>
            </a:r>
            <a:endParaRPr lang="en-US" sz="1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without a reflection or next steps section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C9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tips for your Pocket case study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6350">
            <a:solidFill>
              <a:srgbClr val="2A5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0D2240"/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15568"/>
            <a:ext cx="384048" cy="384048"/>
          </a:xfrm>
          <a:prstGeom prst="ellipse">
            <a:avLst/>
          </a:prstGeom>
          <a:solidFill>
            <a:srgbClr val="34C988"/>
          </a:solidFill>
          <a:ln w="12700">
            <a:solidFill>
              <a:srgbClr val="34C9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human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every case study section with a quote or story from a real user. 'James always ran out of money in week 3' is more compelling than 'users had budgeting challenges.'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0D2240"/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1115568"/>
            <a:ext cx="384048" cy="384048"/>
          </a:xfrm>
          <a:prstGeom prst="ellipse">
            <a:avLst/>
          </a:prstGeom>
          <a:solidFill>
            <a:srgbClr val="34C988"/>
          </a:solidFill>
          <a:ln w="12700">
            <a:solidFill>
              <a:srgbClr val="34C9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097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range across your two projects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48132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 (finance) and SchoolRoute (transport) are in completely different domains. In interviews, explicitly point this out — it shows you can adapt to any product area.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0D2240"/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441448"/>
            <a:ext cx="384048" cy="384048"/>
          </a:xfrm>
          <a:prstGeom prst="ellipse">
            <a:avLst/>
          </a:prstGeom>
          <a:solidFill>
            <a:srgbClr val="34C988"/>
          </a:solidFill>
          <a:ln w="12700">
            <a:solidFill>
              <a:srgbClr val="34C9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42316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wherever you can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80720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'Onboarding took 18 minutes in YNAB. My target was 3 minutes. After testing, Pocket averaged 2 min 40 sec.' Numbers make your work feel real and credible.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0D2240"/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2441448"/>
            <a:ext cx="384048" cy="384048"/>
          </a:xfrm>
          <a:prstGeom prst="ellipse">
            <a:avLst/>
          </a:prstGeom>
          <a:solidFill>
            <a:srgbClr val="34C988"/>
          </a:solidFill>
          <a:ln w="12700">
            <a:solidFill>
              <a:srgbClr val="34C9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42316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to 6–10 screens per project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80720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over quantity. Pick the screens that show the most design thinking — dashboard, onboarding, a complex form, and a key feature. Don't include every screen.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0D2240"/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767328"/>
            <a:ext cx="384048" cy="384048"/>
          </a:xfrm>
          <a:prstGeom prst="ellipse">
            <a:avLst/>
          </a:prstGeom>
          <a:solidFill>
            <a:srgbClr val="34C988"/>
          </a:solidFill>
          <a:ln w="12700">
            <a:solidFill>
              <a:srgbClr val="34C9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74904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reflection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13308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close with: 'What I would do differently' and 'What I would test next.' This shows maturity and self-awareness — exactly what entry-level employers look for.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65760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0D2240"/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3767328"/>
            <a:ext cx="384048" cy="384048"/>
          </a:xfrm>
          <a:prstGeom prst="ellipse">
            <a:avLst/>
          </a:prstGeom>
          <a:solidFill>
            <a:srgbClr val="34C988"/>
          </a:solidFill>
          <a:ln w="12700">
            <a:solidFill>
              <a:srgbClr val="34C9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374904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for a non-designer audience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4133088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managers are often not designers. Avoid jargon. If you write 'affordance' or 'IA', explain it in plain language. Your case study should be readable by anyone.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 — Portfolio Case Study Tips</dc:title>
  <dc:subject>PptxGenJS Presentation</dc:subject>
  <dc:creator>Yasir Afaque</dc:creator>
  <cp:lastModifiedBy>Yasir Afaque</cp:lastModifiedBy>
  <cp:revision>1</cp:revision>
  <dcterms:created xsi:type="dcterms:W3CDTF">2026-04-10T11:20:11Z</dcterms:created>
  <dcterms:modified xsi:type="dcterms:W3CDTF">2026-04-10T11:20:11Z</dcterms:modified>
</cp:coreProperties>
</file>